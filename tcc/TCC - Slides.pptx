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Gill Sans Bold" panose="020B0604020202020204" charset="0"/>
      <p:regular r:id="rId25"/>
    </p:embeddedFont>
    <p:embeddedFont>
      <p:font typeface="Noto Sans" panose="020B0502040504020204" pitchFamily="34" charset="0"/>
      <p:regular r:id="rId26"/>
    </p:embeddedFont>
    <p:embeddedFont>
      <p:font typeface="Noto Sans Bold" panose="020B0802040504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7" d="100"/>
          <a:sy n="57" d="100"/>
        </p:scale>
        <p:origin x="342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4437875" y="771144"/>
            <a:ext cx="1318032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 de TCC - Sistemas de Informação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9298" y="3392995"/>
            <a:ext cx="6780162" cy="344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 Atípicos: Sistema Web Seguro para Educação Inclusiva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57042" y="9030942"/>
            <a:ext cx="2455050" cy="414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109460" y="1824250"/>
            <a:ext cx="10654897" cy="6638500"/>
            <a:chOff x="0" y="0"/>
            <a:chExt cx="13401040" cy="834947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401039" cy="8349488"/>
            </a:xfrm>
            <a:custGeom>
              <a:avLst/>
              <a:gdLst/>
              <a:ahLst/>
              <a:cxnLst/>
              <a:rect l="l" t="t" r="r" b="b"/>
              <a:pathLst>
                <a:path w="13401039" h="8349488">
                  <a:moveTo>
                    <a:pt x="0" y="0"/>
                  </a:moveTo>
                  <a:lnTo>
                    <a:pt x="13401039" y="0"/>
                  </a:lnTo>
                  <a:lnTo>
                    <a:pt x="13401039" y="8349488"/>
                  </a:lnTo>
                  <a:lnTo>
                    <a:pt x="0" y="8349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Como desenvolver um sistema web seguro, acessível e funcional que centralize a gestão de alunos atípicos, facilitando o trabalho de gestores, cuidadores e responsáveis?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757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Lei Brasileira de Inclusão obriga o atendimento especializado, mas muitas escolas ainda usam planilhas e papel.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26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Objetivos Específicos: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registros manuais por um "cofre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Implementar segurança em nível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602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Privacidade e Ética: Diretrizes da LGPD (Lei nº 13.709/2018) focadas no "melhor interesse" e proteção de dados sensíveis de menores de idade.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Segurança da Informação: Adoção de padrões globais OWASP (Top 10 e ASVS) e aplicação da Modelagem de Ameaças STRIDE.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43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Tipo de Pesquisa: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 aplicada de abordagem qualitativa, baseada no desenvolvimento ágil de software com entregas incrementais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Coleta de Dados (Requisitos):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Elicitação através de entrevistas não estruturadas com profissionais da área da educação.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Procedimentos de Desenvolvimento: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Modelagem de dados e design de interfaces focadas em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Automação via pipeline CI/CD utilizando GitHub Actions e Vercel.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Empacotamento híbrido (PWA e nativo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Estratégia de Validação: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Execução de testes automatizados unitários/integração (Vitest) e testes de penetração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65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2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Infraestrutura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756999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0" y="1028700"/>
            <a:ext cx="7746921" cy="4885934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9871281" y="5255696"/>
            <a:ext cx="7746921" cy="4849387"/>
            <a:chOff x="0" y="0"/>
            <a:chExt cx="10329228" cy="646584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329291" cy="6465824"/>
            </a:xfrm>
            <a:custGeom>
              <a:avLst/>
              <a:gdLst/>
              <a:ahLst/>
              <a:cxnLst/>
              <a:rect l="l" t="t" r="r" b="b"/>
              <a:pathLst>
                <a:path w="10329291" h="6465824">
                  <a:moveTo>
                    <a:pt x="0" y="0"/>
                  </a:moveTo>
                  <a:lnTo>
                    <a:pt x="10329291" y="0"/>
                  </a:lnTo>
                  <a:lnTo>
                    <a:pt x="10329291" y="6465824"/>
                  </a:lnTo>
                  <a:lnTo>
                    <a:pt x="0" y="6465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98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Prints das Telas do Gestor, Cuidador e Responsável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975247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Validação de Segurança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Testes de Penetração Black-Box baseados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259116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3943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06" y="4617244"/>
            <a:ext cx="5245446" cy="850554"/>
            <a:chOff x="0" y="0"/>
            <a:chExt cx="6993928" cy="11340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  PWA e Capacitor (Aplicativo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Considerações Finais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1110</Words>
  <Application>Microsoft Office PowerPoint</Application>
  <PresentationFormat>Personalizar</PresentationFormat>
  <Paragraphs>148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Calibri</vt:lpstr>
      <vt:lpstr>Arimo Bold</vt:lpstr>
      <vt:lpstr>Gill Sans Bold</vt:lpstr>
      <vt:lpstr>Noto Sans Bold</vt:lpstr>
      <vt:lpstr>Noto Sans</vt:lpstr>
      <vt:lpstr>Arimo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cp:lastModifiedBy>santa fe</cp:lastModifiedBy>
  <cp:revision>3</cp:revision>
  <dcterms:created xsi:type="dcterms:W3CDTF">2006-08-16T00:00:00Z</dcterms:created>
  <dcterms:modified xsi:type="dcterms:W3CDTF">2026-04-20T16:13:59Z</dcterms:modified>
  <dc:identifier>DAHHZutQxXU</dc:identifier>
</cp:coreProperties>
</file>