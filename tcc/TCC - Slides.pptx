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Gill Sans Bold" panose="020B0604020202020204" charset="0"/>
      <p:regular r:id="rId25"/>
    </p:embeddedFont>
    <p:embeddedFont>
      <p:font typeface="Noto Sans" panose="020B0502040504020204" pitchFamily="34" charset="0"/>
      <p:regular r:id="rId26"/>
    </p:embeddedFont>
    <p:embeddedFont>
      <p:font typeface="Noto Sans Bold" panose="020B0604020202020204" charset="0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57" d="100"/>
          <a:sy n="57" d="100"/>
        </p:scale>
        <p:origin x="342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20.04.2026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4437875" y="771144"/>
            <a:ext cx="1318032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 de TCC - Sistemas de Informação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29298" y="3392995"/>
            <a:ext cx="6780162" cy="3443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Gestão Atípicos: Sistema Web Seguro para Educação Inclusiva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357042" y="9030942"/>
            <a:ext cx="2455050" cy="414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7109460" y="1824250"/>
            <a:ext cx="10654897" cy="6638500"/>
            <a:chOff x="0" y="0"/>
            <a:chExt cx="13401040" cy="8349475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3401039" cy="8349488"/>
            </a:xfrm>
            <a:custGeom>
              <a:avLst/>
              <a:gdLst/>
              <a:ahLst/>
              <a:cxnLst/>
              <a:rect l="l" t="t" r="r" b="b"/>
              <a:pathLst>
                <a:path w="13401039" h="8349488">
                  <a:moveTo>
                    <a:pt x="0" y="0"/>
                  </a:moveTo>
                  <a:lnTo>
                    <a:pt x="13401039" y="0"/>
                  </a:lnTo>
                  <a:lnTo>
                    <a:pt x="13401039" y="8349488"/>
                  </a:lnTo>
                  <a:lnTo>
                    <a:pt x="0" y="83494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Como desenvolver um sistema web seguro, acessível e funcional que centralize a gestão de alunos atípicos, facilitando o trabalho de gestores, cuidadores e responsáveis?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7574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Lei Brasileira de Inclusão obriga o atendimento especializado, mas muitas escolas ainda usam planilhas e papel.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Riscos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Perda de histórico pedagógico e, principalmente, vulnerabilidade jurídica perante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 Sensíveis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097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 médicos e diagnósticos de crianças expostos sem controle de acesso adequado.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263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Desenvolver um sistema web seguro e centralizado para a gestão de alunos com necessidades especiais.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Objetivos Específicos: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registros manuais por um "cofre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Implementar segurança em nível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Validar a aplicação contra vulnerabilidades críticas através de pentests.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Fundamentação Teórica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60213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Educação Inclusiva: Diretrizes da Lei nº 13.146/2015 (Estatuto da Pessoa com Deficiência) e a importância da gestão do Atendimento Educacional Especializado (AEE).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Privacidade e Ética: Diretrizes da LGPD (Lei nº 13.709/2018) focadas no "melhor interesse" e proteção de dados sensíveis de menores de idade.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Segurança da Informação: Adoção de padrões globais OWASP (Top 10 e ASVS) e aplicação da Modelagem de Ameaças STRIDE.</a:t>
            </a:r>
          </a:p>
          <a:p>
            <a:pPr algn="l">
              <a:lnSpc>
                <a:spcPts val="3437"/>
              </a:lnSpc>
            </a:pPr>
            <a:endParaRPr lang="en-US" sz="275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Arquitetura de Software: Modelos Serverless (Backend as a Service) e segurança isolada no banco de dados através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431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Tipo de Pesquisa: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Pesquisa aplicada de abordagem qualitativa, baseada no desenvolvimento ágil de software com entregas incrementais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Coleta de Dados (Requisitos):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Elicitação através de entrevistas não estruturadas com profissionais da área da educação.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Procedimentos de Desenvolvimento: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Modelagem de dados e design de interfaces focadas em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Automação via pipeline CI/CD utilizando GitHub Actions e Vercel.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Empacotamento híbrido (PWA e nativo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Estratégia de Validação: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Execução de testes automatizados unitários/integração (Vitest) e testes de penetração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9431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 Solução Proposta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Objetivo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Web Centralizado para gestão de alunos atípicos.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Conecta Gestores, Cuidadores e Responsáveis em uma única plataforma.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Substituir processos manuais por um "cofre digital" seguro e acessível.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654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Stack Tecnológica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React com TypeScript e Tailwind CSS (Foco em </a:t>
            </a:r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Usabilidade e Acessibilidade).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Supabase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260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/>
          </a:p>
          <a:p>
            <a:pPr algn="l">
              <a:lnSpc>
                <a:spcPts val="2375"/>
              </a:lnSpc>
            </a:pPr>
            <a:r>
              <a:rPr lang="en-US" sz="24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Infraestrutura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2680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/>
          </a:p>
          <a:p>
            <a:pPr algn="l">
              <a:lnSpc>
                <a:spcPts val="2437"/>
              </a:lnSpc>
            </a:pPr>
            <a:r>
              <a:rPr lang="en-US" sz="2499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Vercel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756999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0373973" y="128683"/>
            <a:ext cx="7746921" cy="4885934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0373973" y="5272392"/>
            <a:ext cx="7746921" cy="4849387"/>
            <a:chOff x="0" y="0"/>
            <a:chExt cx="10329228" cy="646584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0329291" cy="6465824"/>
            </a:xfrm>
            <a:custGeom>
              <a:avLst/>
              <a:gdLst/>
              <a:ahLst/>
              <a:cxnLst/>
              <a:rect l="l" t="t" r="r" b="b"/>
              <a:pathLst>
                <a:path w="10329291" h="6465824">
                  <a:moveTo>
                    <a:pt x="0" y="0"/>
                  </a:moveTo>
                  <a:lnTo>
                    <a:pt x="10329291" y="0"/>
                  </a:lnTo>
                  <a:lnTo>
                    <a:pt x="10329291" y="6465824"/>
                  </a:lnTo>
                  <a:lnTo>
                    <a:pt x="0" y="6465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985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Prints das Telas do Gestor, Cuidador e Responsável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8" y="1975247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Engenharia de Segurança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 segurança não depende apenas da API, mas é aplicada diretamente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900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Mesmo com a chave pública exposta no frontend, o banco recusa a leitura de dados se o usuário não tiver o token correto.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Um Cuidador jamais consegue acessar dados de alunos que não são seus.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FDFE0"/>
            </a:solidFill>
          </p:spPr>
        </p:sp>
      </p:grpSp>
      <p:grpSp>
        <p:nvGrpSpPr>
          <p:cNvPr id="12" name="Group 12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Validação de Segurança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Metodologia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Testes de Penetração Black-Box baseados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259116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070397" y="366310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Resultados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539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XSS (Cross-Site Scripting): Mitigado.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070397" y="7139435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070397" y="7818234"/>
            <a:ext cx="4376890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Aplicação aprovada sem vulnerabilidades críticas.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430000" y="3223260"/>
            <a:ext cx="6858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06" y="4617244"/>
            <a:ext cx="5245446" cy="850554"/>
            <a:chOff x="0" y="0"/>
            <a:chExt cx="6993928" cy="113407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1829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Credenciais falsas inseridas no código para atrair e detectar invasores.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  PWA e Capacitor (Aplicativo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391240" y="3577419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9001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Considerações Finais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81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9929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8307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49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446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13.146, de 6 de julho de 2015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Lei Brasileira de Inclusão da Pessoa com Deficiência (Estatuto da Pessoa com Deficiência). Brasília, DF: Presidência da República, [2015]. Disponível em: http://www.planalto.gov.br/ccivil_03/_ato2015 2018/2015/lei/l13146.htm.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[Portal da Legislação].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Lei nº 13.709, de 14 de agosto de 2018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Lei Geral de Proteção de Dados Pessoais (LGPD). Brasília, DF: Presidência da República, [2018]. Disponível em: http://www.planalto.gov.br/ccivil_03/_ato2017-2020/2018/lei/l13709.htm.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BRASIL.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Decreto nº 10.502, de 30 de setembro de 2020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Institui a Política Nacional de Educação Especial: Equitativa, Inclusiva e com Aprendizado ao Longo da Vida. Brasília, DF: Presidência da República, 2020. LIMA, Marcos Guilherme Oliveira. Gestão Atípicos: Sistema Web para Gestão Especializada de Alunos Atípicos na Educação Inclusiva. 2025. Repositório de código (GitHub). Disponível em: https://github.com/z12guilherme/gestao_atipicos. Acesso em: 19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MICROSOFT.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Azure Security Center, 2026. Disponível em: https://learn.microsoft.com/en-us/azure/security/develop/threat-modeling-tool-threats.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(ASVS). Version 4.0.3. 2021. Disponível em: https://owasp.org/www-project-application-security-verification-standard/.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OWASP FOUNDATION.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The Most Critical Web Application Security Risks. Disponível em: https://owasp.org/www-project-top-ten/. Acesso em: 15 dez.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SUPABASE INC. </a:t>
            </a:r>
            <a:r>
              <a:rPr lang="en-US" sz="2599" b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. Documentation. 2026. Disponível em: https://supabase.com/docs/guides/auth/row-level-security. Acesso em: 15 dez.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1110</Words>
  <Application>Microsoft Office PowerPoint</Application>
  <PresentationFormat>Personalizar</PresentationFormat>
  <Paragraphs>148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Calibri</vt:lpstr>
      <vt:lpstr>Arimo Bold</vt:lpstr>
      <vt:lpstr>Gill Sans Bold</vt:lpstr>
      <vt:lpstr>Noto Sans Bold</vt:lpstr>
      <vt:lpstr>Noto Sans</vt:lpstr>
      <vt:lpstr>Arimo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cp:lastModifiedBy>santa fe</cp:lastModifiedBy>
  <cp:revision>2</cp:revision>
  <dcterms:created xsi:type="dcterms:W3CDTF">2006-08-16T00:00:00Z</dcterms:created>
  <dcterms:modified xsi:type="dcterms:W3CDTF">2026-04-20T16:13:08Z</dcterms:modified>
  <dc:identifier>DAHHZutQxXU</dc:identifier>
</cp:coreProperties>
</file>