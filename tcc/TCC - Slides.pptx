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Gill Sans Bold" panose="020B0604020202020204" charset="0"/>
      <p:regular r:id="rId21"/>
    </p:embeddedFont>
    <p:embeddedFont>
      <p:font typeface="Noto Sans" panose="020B0502040504020204" pitchFamily="34" charset="0"/>
      <p:regular r:id="rId22"/>
      <p:bold r:id="rId23"/>
      <p:italic r:id="rId24"/>
      <p:boldItalic r:id="rId25"/>
    </p:embeddedFont>
    <p:embeddedFont>
      <p:font typeface="Noto Sans Bold" panose="020B0802040504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516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21.04.2026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4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329298" y="3392995"/>
            <a:ext cx="6780162" cy="3443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Gestão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Atípicos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: Sistema Web Seguro para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Educação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Inclusiva</a:t>
            </a:r>
            <a:endParaRPr lang="en-US" sz="5562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357042" y="9030942"/>
            <a:ext cx="2455050" cy="414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329298" y="276859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pic>
        <p:nvPicPr>
          <p:cNvPr id="15" name="Imagem 14">
            <a:extLst>
              <a:ext uri="{FF2B5EF4-FFF2-40B4-BE49-F238E27FC236}">
                <a16:creationId xmlns:a16="http://schemas.microsoft.com/office/drawing/2014/main" id="{F8363E1B-B5B1-5031-3134-6682C09329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724"/>
          <a:stretch>
            <a:fillRect/>
          </a:stretch>
        </p:blipFill>
        <p:spPr>
          <a:xfrm>
            <a:off x="7658862" y="1319681"/>
            <a:ext cx="9959340" cy="75904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Como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desenvolver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um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sistema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web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seguro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acessível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funcional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que centralize a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gestão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alunos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atípicos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facilitando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o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trabalho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gestores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cuidadores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responsáveis</a:t>
            </a:r>
            <a:r>
              <a:rPr lang="en-US" sz="33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803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Lei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Brasileira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Inclusão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n° 13.146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obriga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o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atendimento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especializado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mas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muitas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escolas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ainda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usam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planilhas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papel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Riscos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09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Perda de histórico pedagógico e, principalmente, vulnerabilidade jurídica perante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Dados Sensíveis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09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Laudos médicos e diagnósticos de crianças expostos sem controle de acesso adequado.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263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Desenvolver um sistema web seguro e centralizado para a gestão de alunos com necessidades especiais.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Objetivos Específicos: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registros manuais por um "cofre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Implementar segurança em nível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Validar a aplicação contra vulnerabilidades críticas através de pentests.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885314" y="2432563"/>
            <a:ext cx="1561974" cy="1493637"/>
          </a:xfrm>
          <a:custGeom>
            <a:avLst/>
            <a:gdLst/>
            <a:ahLst/>
            <a:cxnLst/>
            <a:rect l="l" t="t" r="r" b="b"/>
            <a:pathLst>
              <a:path w="1561974" h="1493637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885314" y="4405675"/>
            <a:ext cx="1319260" cy="1618724"/>
          </a:xfrm>
          <a:custGeom>
            <a:avLst/>
            <a:gdLst/>
            <a:ahLst/>
            <a:cxnLst/>
            <a:rect l="l" t="t" r="r" b="b"/>
            <a:pathLst>
              <a:path w="1319260" h="1618724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38010" y="6171025"/>
            <a:ext cx="1413869" cy="1665825"/>
          </a:xfrm>
          <a:custGeom>
            <a:avLst/>
            <a:gdLst/>
            <a:ahLst/>
            <a:cxnLst/>
            <a:rect l="l" t="t" r="r" b="b"/>
            <a:pathLst>
              <a:path w="1413869" h="1665825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8097" y="7979725"/>
            <a:ext cx="1719191" cy="1719191"/>
          </a:xfrm>
          <a:custGeom>
            <a:avLst/>
            <a:gdLst/>
            <a:ahLst/>
            <a:cxnLst/>
            <a:rect l="l" t="t" r="r" b="b"/>
            <a:pathLst>
              <a:path w="1719191" h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696884" y="1156926"/>
            <a:ext cx="7657072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Fundamentação Teórica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735372" y="3141281"/>
            <a:ext cx="11523928" cy="6021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Educação Inclusiva: Diretrizes da Lei nº 13.146/2015 (Estatuto da Pessoa com Deficiência) e a importância da gestão do Atendimento Educacional Especializado (AEE).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Privacidade e Ética: Diretrizes da LGPD (Lei nº 13.709/2018) focadas no "melhor interesse" e proteção de dados sensíveis de menores de idade.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Segurança da Informação: Adoção de padrões globais OWASP (Top 10 e ASVS) e aplicação da Modelagem de Ameaças STRIDE.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Arquitetura de Software: Modelos Serverless (Backend as a Service) e segurança isolada no banco de dados através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43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Tipo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aplicada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abordagem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baseada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ágil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entregas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Requisitos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não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área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educação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Modelagem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focadas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utilizando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híbrido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nativo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Execução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unitários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/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(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Vitest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943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 Solução Proposta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Web Centralizado para gestão de alunos atípicos.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Conecta Gestores, Cuidadores e Responsáveis em uma única plataforma.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processos manuais por um "cofre digital" seguro e acessível.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65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Stack Tecnológica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React com TypeScript e Tailwind CSS (Foco em </a:t>
            </a: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Usabilidade e Acessibilidade).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Supabase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260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Infraestrutura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Vercel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1" y="1028700"/>
            <a:ext cx="7010400" cy="3962400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98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Prints das Telas do Gestor, Cuidador e Responsável</a:t>
            </a: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A46474F6-77FB-9463-5450-1918E1D3B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2640" y="5143500"/>
            <a:ext cx="7010400" cy="43959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8" y="1975247"/>
            <a:ext cx="16303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Engenharia de Segurança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90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segurança não depende apenas da API, mas é aplicada diretamente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90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Mesmo com a chave pública exposta no frontend, o banco recusa a leitura de dados se o usuário não tiver o token correto.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Um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Cuidador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jamais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consegue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acessar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dados de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alunos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que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não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são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seus</a:t>
            </a:r>
            <a:r>
              <a:rPr lang="en-US" sz="2187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FDFE0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Validação de Segurança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Testes de Penetração Black-Box baseados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259116"/>
            <a:ext cx="4376890" cy="539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70397" y="366310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Resultados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539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XSS (Cross-Site Scripting): Mitigado.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070397" y="713943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070397" y="7818234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Aplicação aprovada sem vulnerabilidades críticas.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430000" y="3223260"/>
            <a:ext cx="6858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77" y="4617244"/>
            <a:ext cx="5245418" cy="850583"/>
            <a:chOff x="0" y="0"/>
            <a:chExt cx="6993891" cy="11341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1" cy="1134111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Credenciais falsas inseridas no código para atrair e detectar invasores.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  PWA e Capacitor (Aplicativo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391240" y="3577419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Considerações Finais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BRASIL. [Portal da Legislação].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13.146, de 6 de julho de 2015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Lei Brasileira de Inclusão da Pessoa com Deficiência (Estatuto da Pessoa com Deficiência). Brasília, DF: Presidência da República, [2015]. Disponível em: http://www.planalto.gov.br/ccivil_03/_ato2015 2018/2015/lei/l13146.htm.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[Portal da Legislação].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13.709, de 14 de agosto de 2018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Lei Geral de Proteção de Dados Pessoais (LGPD). Brasília, DF: Presidência da República, [2018]. Disponível em: http://www.planalto.gov.br/ccivil_03/_ato2017-2020/2018/lei/l13709.htm.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Decreto nº 10.502, de 30 de setembro de 2020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Política Nacional de Educação Especial: Equitativa, Inclusiva e com Aprendizado ao Longo da Vida. Brasília, DF: Presidência da República, 2020. LIMA, Marcos Guilherme Oliveira. Gestão Atípicos: Sistema Web para Gestão Especializada de Alunos Atípicos na Educação Inclusiva. 2025. Repositório de código (GitHub). Disponível em: https://github.com/z12guilherme/gestao_atipicos. Acesso em: 19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MICROSOFT.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Azure Security Center, 2026. Disponível em: https://learn.microsoft.com/en-us/azure/security/develop/threat-modeling-tool-threats.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(ASVS). Version 4.0.3. 2021. Disponível em: https://owasp.org/www-project-application-security-verification-standard/.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The Most Critical Web Application Security Risks. Disponível em: https://owasp.org/www-project-top-ten/.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SUPABASE INC.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Documentation. 2026. Disponível em: https://supabase.com/docs/guides/auth/row-level-security. Acesso em: 15 dez.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892508" y="6294672"/>
            <a:ext cx="3723294" cy="3723294"/>
            <a:chOff x="0" y="0"/>
            <a:chExt cx="4964392" cy="49643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64430" cy="4964430"/>
            </a:xfrm>
            <a:custGeom>
              <a:avLst/>
              <a:gdLst/>
              <a:ahLst/>
              <a:cxnLst/>
              <a:rect l="l" t="t" r="r" b="b"/>
              <a:pathLst>
                <a:path w="4964430" h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75144" y="5234930"/>
            <a:ext cx="3758013" cy="110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1107</Words>
  <Application>Microsoft Office PowerPoint</Application>
  <PresentationFormat>Personalizar</PresentationFormat>
  <Paragraphs>147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Arimo Bold</vt:lpstr>
      <vt:lpstr>Gill Sans Bold</vt:lpstr>
      <vt:lpstr>Noto Sans</vt:lpstr>
      <vt:lpstr>Arial</vt:lpstr>
      <vt:lpstr>Calibri</vt:lpstr>
      <vt:lpstr>Noto Sans Bold</vt:lpstr>
      <vt:lpstr>Arimo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dc:creator>Marcos Guilherme</dc:creator>
  <cp:lastModifiedBy>Marcos Guilherme</cp:lastModifiedBy>
  <cp:revision>9</cp:revision>
  <dcterms:created xsi:type="dcterms:W3CDTF">2006-08-16T00:00:00Z</dcterms:created>
  <dcterms:modified xsi:type="dcterms:W3CDTF">2026-04-21T21:47:54Z</dcterms:modified>
  <dc:identifier>DAHHZutQxXU</dc:identifier>
</cp:coreProperties>
</file>