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516" y="-2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3392995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8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08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2750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Sensíveis</a:t>
            </a:r>
            <a:endParaRPr lang="en-US" sz="2750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36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521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focadas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"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melhor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interesse"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sensíveis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menores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0204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1107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 Bold</vt:lpstr>
      <vt:lpstr>Gill Sans Bold</vt:lpstr>
      <vt:lpstr>Noto Sans</vt:lpstr>
      <vt:lpstr>Arial</vt:lpstr>
      <vt:lpstr>Calibri</vt:lpstr>
      <vt:lpstr>Noto Sans Bold</vt:lpstr>
      <vt:lpstr>Arimo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10</cp:revision>
  <dcterms:created xsi:type="dcterms:W3CDTF">2006-08-16T00:00:00Z</dcterms:created>
  <dcterms:modified xsi:type="dcterms:W3CDTF">2026-04-21T22:03:09Z</dcterms:modified>
  <dc:identifier>DAHHZutQxXU</dc:identifier>
</cp:coreProperties>
</file>