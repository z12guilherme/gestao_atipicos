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Gill Sans Bold" panose="020B0604020202020204" charset="0"/>
      <p:regular r:id="rId21"/>
    </p:embeddedFont>
    <p:embeddedFont>
      <p:font typeface="Noto Sans" panose="020B0502040504020204" pitchFamily="34" charset="0"/>
      <p:regular r:id="rId22"/>
      <p:bold r:id="rId23"/>
      <p:italic r:id="rId24"/>
      <p:boldItalic r:id="rId25"/>
    </p:embeddedFont>
    <p:embeddedFont>
      <p:font typeface="Noto Sans Bold" panose="020B0802040504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75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21.04.2026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29298" y="3392995"/>
            <a:ext cx="6780162" cy="2621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858000" y="9601200"/>
            <a:ext cx="3158558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3200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329298" y="276859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pic>
        <p:nvPicPr>
          <p:cNvPr id="15" name="Imagem 14">
            <a:extLst>
              <a:ext uri="{FF2B5EF4-FFF2-40B4-BE49-F238E27FC236}">
                <a16:creationId xmlns:a16="http://schemas.microsoft.com/office/drawing/2014/main" id="{F8363E1B-B5B1-5031-3134-6682C09329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24"/>
          <a:stretch>
            <a:fillRect/>
          </a:stretch>
        </p:blipFill>
        <p:spPr>
          <a:xfrm>
            <a:off x="7658862" y="1319681"/>
            <a:ext cx="9959340" cy="75904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Lei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Brasileira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Inclusão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n° 13.146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obriga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atendimento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mas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muitas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8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escolas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ainda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planilhas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papel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Riscos</a:t>
            </a:r>
            <a:endParaRPr lang="en-US" sz="2800" b="1" dirty="0">
              <a:solidFill>
                <a:srgbClr val="000000"/>
              </a:solidFill>
              <a:latin typeface="+mj-lt"/>
              <a:ea typeface="Arimo Bold"/>
              <a:cs typeface="Arimo Bold"/>
              <a:sym typeface="Arim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histórico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pedagógico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principalmente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jurídica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perante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08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</a:t>
            </a:r>
            <a:r>
              <a:rPr lang="en-US" sz="2750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2750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Sensíveis</a:t>
            </a:r>
            <a:endParaRPr lang="en-US" sz="2750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49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médicos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diagnósticos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crianças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expostos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controle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acesso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adequado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Objetivos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36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Desenvolver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web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necessidades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Específicos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registros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Implementar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nível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Validar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contra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pentests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Fundamentação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Teórica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5652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(AEE).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Privacidade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Ética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LGPD (Lei nº 13.709/2018) </a:t>
            </a:r>
            <a:r>
              <a:rPr lang="pt-BR" sz="2800" dirty="0"/>
              <a:t>voltadas para garantir o bem-estar das crianças e adolescentes e proteger informações pessoais delicadas, como dados </a:t>
            </a:r>
            <a:r>
              <a:rPr lang="pt-BR" sz="2800"/>
              <a:t>de saúde</a:t>
            </a:r>
            <a:r>
              <a:rPr lang="en-US" sz="2750">
                <a:solidFill>
                  <a:srgbClr val="000000"/>
                </a:solidFill>
                <a:ea typeface="Arimo"/>
                <a:cs typeface="Arimo"/>
                <a:sym typeface="Arimo"/>
              </a:rPr>
              <a:t>.</a:t>
            </a: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Adoção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padrões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globais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Modelagem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Ameaças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STRIDE.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Modelos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isolada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através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602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Metodologia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Solução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Proposta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</a:t>
            </a:r>
            <a:endParaRPr lang="en-US" sz="275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 Web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atípicos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Conecta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Responsáveis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única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plataforma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processos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acessível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592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Stack </a:t>
            </a:r>
            <a:r>
              <a:rPr lang="en-US" sz="3875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Tecnológica</a:t>
            </a: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621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React com TypeScript e Tailwind CSS (Foco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Acessibilidade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Supabase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Infraestrutura</a:t>
            </a:r>
            <a:endParaRPr lang="en-US" sz="24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1" y="1028700"/>
            <a:ext cx="7010400" cy="3962400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66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Prints das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Telas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do Gestor,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Cuidador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e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Responsável</a:t>
            </a:r>
            <a:endParaRPr lang="en-US" sz="350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A46474F6-77FB-9463-5450-1918E1D3B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0" y="5143500"/>
            <a:ext cx="7010400" cy="43959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9" y="1975247"/>
            <a:ext cx="14704962" cy="851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Engenharia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depende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apenas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API, mas é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diretamente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805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Mesmo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chave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pública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frontend, o banco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recusa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leitura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se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usuário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tiver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token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correto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jamais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consegue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acessar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dados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que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seus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736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Validação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Metodologia</a:t>
            </a:r>
            <a:endParaRPr lang="en-US" sz="280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Testes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12827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889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070397" y="710204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070397" y="781823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430000" y="3223260"/>
            <a:ext cx="6858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77" y="4617244"/>
            <a:ext cx="5245418" cy="850583"/>
            <a:chOff x="0" y="0"/>
            <a:chExt cx="6993891" cy="11341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1" cy="1134111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Credenciais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falsas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inseridas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código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atrair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detectar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invasores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</a:t>
            </a:r>
            <a:r>
              <a:rPr lang="en-US" sz="5559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PWA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Capacitor (</a:t>
            </a: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391240" y="3577419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Considerações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Finais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13.146, de 6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julho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2015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Lei Brasileira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[2015].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http://www.planalto.gov.br/ccivil_03/_ato2015 2018/2015/lei/l13146.htm.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13.709, de 14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agosto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2018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Lei Geral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Proteção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Dados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Pessoais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(LGPD).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[2018].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http://www.planalto.gov.br/ccivil_03/_ato2017-2020/2018/lei/l13709.htm.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Decreto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nº 10.502, de 30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setembro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2020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Política Nacional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Especial: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Equitativa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Aprendizado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Longo da Vida.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2020. LIMA, Marcos Guilherme Oliveira.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Sistema Web para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na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Repositório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código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(GitHub).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https://github.com/z12guilherme/gestao_atipicos.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19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MICROSOFT.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Azure Security Center,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https://learn.microsoft.com/en-us/azure/security/develop/threat-modeling-tool-threats.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(ASVS). Version 4.0.3. 2021.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https://owasp.org/www-project-application-security-verification-standard/.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The Most Critical Web Application Security Risks.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https://owasp.org/www-project-top-ten/.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SUPABASE INC.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Documentation.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https://supabase.com/docs/guides/auth/row-level-security.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1111</Words>
  <Application>Microsoft Office PowerPoint</Application>
  <PresentationFormat>Personalizar</PresentationFormat>
  <Paragraphs>147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</vt:lpstr>
      <vt:lpstr>Arimo Bold</vt:lpstr>
      <vt:lpstr>Gill Sans Bold</vt:lpstr>
      <vt:lpstr>Noto Sans</vt:lpstr>
      <vt:lpstr>Arial</vt:lpstr>
      <vt:lpstr>Calibri</vt:lpstr>
      <vt:lpstr>Noto Sans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dc:creator>Marcos Guilherme</dc:creator>
  <cp:lastModifiedBy>Marcos Guilherme</cp:lastModifiedBy>
  <cp:revision>13</cp:revision>
  <dcterms:created xsi:type="dcterms:W3CDTF">2006-08-16T00:00:00Z</dcterms:created>
  <dcterms:modified xsi:type="dcterms:W3CDTF">2026-04-21T23:53:57Z</dcterms:modified>
  <dc:identifier>DAHHZutQxXU</dc:identifier>
</cp:coreProperties>
</file>