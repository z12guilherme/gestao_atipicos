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2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rimo" charset="1" panose="020B0604020202020204"/>
      <p:regular r:id="rId25"/>
    </p:embeddedFont>
    <p:embeddedFont>
      <p:font typeface="Noto Sans Bold" charset="1" panose="020B0802040504020204"/>
      <p:regular r:id="rId26"/>
    </p:embeddedFont>
    <p:embeddedFont>
      <p:font typeface="Arimo Bold" charset="1" panose="020B0704020202020204"/>
      <p:regular r:id="rId28"/>
    </p:embeddedFont>
    <p:embeddedFont>
      <p:font typeface="Noto Sans" charset="1" panose="020B0502040504020204"/>
      <p:regular r:id="rId29"/>
    </p:embeddedFont>
    <p:embeddedFont>
      <p:font typeface="Gill Sans Bold" charset="1" panose="020B0802020104020203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notesMasters/notesMaster1.xml" Type="http://schemas.openxmlformats.org/officeDocument/2006/relationships/notesMaster"/><Relationship Id="rId23" Target="theme/theme2.xml" Type="http://schemas.openxmlformats.org/officeDocument/2006/relationships/theme"/><Relationship Id="rId24" Target="notesSlides/notesSlide1.xml" Type="http://schemas.openxmlformats.org/officeDocument/2006/relationships/notes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Slides/notesSlide2.xml" Type="http://schemas.openxmlformats.org/officeDocument/2006/relationships/notes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3.xml" Type="http://schemas.openxmlformats.org/officeDocument/2006/relationships/notesSlide"/><Relationship Id="rId31" Target="notesSlides/notesSlide4.xml" Type="http://schemas.openxmlformats.org/officeDocument/2006/relationships/notesSlide"/><Relationship Id="rId32" Target="notesSlides/notesSlide5.xml" Type="http://schemas.openxmlformats.org/officeDocument/2006/relationships/notesSlide"/><Relationship Id="rId33" Target="notesSlides/notesSlide6.xml" Type="http://schemas.openxmlformats.org/officeDocument/2006/relationships/notesSlide"/><Relationship Id="rId34" Target="notesSlides/notesSlide7.xml" Type="http://schemas.openxmlformats.org/officeDocument/2006/relationships/notesSlide"/><Relationship Id="rId35" Target="notesSlides/notesSlide8.xml" Type="http://schemas.openxmlformats.org/officeDocument/2006/relationships/notesSlide"/><Relationship Id="rId36" Target="notesSlides/notesSlide9.xml" Type="http://schemas.openxmlformats.org/officeDocument/2006/relationships/notesSlide"/><Relationship Id="rId37" Target="fonts/font37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jpeg" Type="http://schemas.openxmlformats.org/officeDocument/2006/relationships/image"/><Relationship Id="rId3" Target="../media/image28.jpeg" Type="http://schemas.openxmlformats.org/officeDocument/2006/relationships/image"/><Relationship Id="rId4" Target="../media/image29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30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3.png" Type="http://schemas.openxmlformats.org/officeDocument/2006/relationships/image"/><Relationship Id="rId4" Target="../media/image34.png" Type="http://schemas.openxmlformats.org/officeDocument/2006/relationships/image"/><Relationship Id="rId5" Target="../media/image3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6.png" Type="http://schemas.openxmlformats.org/officeDocument/2006/relationships/image"/><Relationship Id="rId4" Target="../media/image37.svg" Type="http://schemas.openxmlformats.org/officeDocument/2006/relationships/image"/><Relationship Id="rId5" Target="../media/image38.png" Type="http://schemas.openxmlformats.org/officeDocument/2006/relationships/image"/><Relationship Id="rId6" Target="../media/image39.svg" Type="http://schemas.openxmlformats.org/officeDocument/2006/relationships/image"/><Relationship Id="rId7" Target="../media/image40.png" Type="http://schemas.openxmlformats.org/officeDocument/2006/relationships/image"/><Relationship Id="rId8" Target="../media/image4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44.png" Type="http://schemas.openxmlformats.org/officeDocument/2006/relationships/image"/><Relationship Id="rId4" Target="../media/image45.jpeg" Type="http://schemas.openxmlformats.org/officeDocument/2006/relationships/image"/><Relationship Id="rId5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437875" y="771144"/>
            <a:ext cx="1318032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9298" y="3392995"/>
            <a:ext cx="6780162" cy="344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 Atípicos: Sistema Web Seguro para Educação Inclusiva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357042" y="9030942"/>
            <a:ext cx="2455050" cy="41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109460" y="1824250"/>
            <a:ext cx="10654897" cy="6638500"/>
            <a:chOff x="0" y="0"/>
            <a:chExt cx="13401040" cy="83494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401039" cy="8349488"/>
            </a:xfrm>
            <a:custGeom>
              <a:avLst/>
              <a:gdLst/>
              <a:ahLst/>
              <a:cxnLst/>
              <a:rect r="r" b="b" t="t" l="l"/>
              <a:pathLst>
                <a:path h="8349488" w="13401039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9298" y="276859"/>
            <a:ext cx="2788849" cy="2788849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1409169"/>
            <a:ext cx="155977" cy="3070774"/>
            <a:chOff x="0" y="0"/>
            <a:chExt cx="207969" cy="4094366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07969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7969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r="0" b="-1116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328519" y="1409169"/>
            <a:ext cx="155977" cy="3070774"/>
            <a:chOff x="0" y="0"/>
            <a:chExt cx="207969" cy="4094366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207969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7969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r="0" b="-1116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987230" y="1409169"/>
            <a:ext cx="155977" cy="3070774"/>
            <a:chOff x="0" y="0"/>
            <a:chExt cx="207969" cy="4094366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207969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7969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r="0" b="-1116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28612" y="5975368"/>
            <a:ext cx="16948404" cy="1056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</a:t>
            </a: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50371" y="1692690"/>
            <a:ext cx="1330730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50371" y="2258084"/>
            <a:ext cx="4593235" cy="17574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06197" y="1692690"/>
            <a:ext cx="1172178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06197" y="2258084"/>
            <a:ext cx="4593235" cy="1309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64908" y="1692690"/>
            <a:ext cx="2840922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64908" y="2258084"/>
            <a:ext cx="4593235" cy="1309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67854" y="1133440"/>
            <a:ext cx="294476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669798" y="2952013"/>
            <a:ext cx="15711243" cy="4263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885314" y="2432563"/>
            <a:ext cx="1561974" cy="1493637"/>
          </a:xfrm>
          <a:custGeom>
            <a:avLst/>
            <a:gdLst/>
            <a:ahLst/>
            <a:cxnLst/>
            <a:rect r="r" b="b" t="t" l="l"/>
            <a:pathLst>
              <a:path h="1493637" w="1561974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85314" y="4405675"/>
            <a:ext cx="1319260" cy="1618724"/>
          </a:xfrm>
          <a:custGeom>
            <a:avLst/>
            <a:gdLst/>
            <a:ahLst/>
            <a:cxnLst/>
            <a:rect r="r" b="b" t="t" l="l"/>
            <a:pathLst>
              <a:path h="1618724" w="1319260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838010" y="6171025"/>
            <a:ext cx="1413869" cy="1665825"/>
          </a:xfrm>
          <a:custGeom>
            <a:avLst/>
            <a:gdLst/>
            <a:ahLst/>
            <a:cxnLst/>
            <a:rect r="r" b="b" t="t" l="l"/>
            <a:pathLst>
              <a:path h="1665825" w="1413869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28097" y="7979725"/>
            <a:ext cx="1719191" cy="1719191"/>
          </a:xfrm>
          <a:custGeom>
            <a:avLst/>
            <a:gdLst/>
            <a:ahLst/>
            <a:cxnLst/>
            <a:rect r="r" b="b" t="t" l="l"/>
            <a:pathLst>
              <a:path h="1719191" w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96884" y="1156926"/>
            <a:ext cx="7657072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735372" y="3141281"/>
            <a:ext cx="11523928" cy="602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2610082" y="2483689"/>
            <a:ext cx="14649218" cy="7431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95757" y="2531314"/>
            <a:ext cx="1909823" cy="1272420"/>
          </a:xfrm>
          <a:custGeom>
            <a:avLst/>
            <a:gdLst/>
            <a:ahLst/>
            <a:cxnLst/>
            <a:rect r="r" b="b" t="t" l="l"/>
            <a:pathLst>
              <a:path h="1272420" w="1909823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53542" y="4333914"/>
            <a:ext cx="1713719" cy="1718015"/>
          </a:xfrm>
          <a:custGeom>
            <a:avLst/>
            <a:gdLst/>
            <a:ahLst/>
            <a:cxnLst/>
            <a:rect r="r" b="b" t="t" l="l"/>
            <a:pathLst>
              <a:path h="1718015" w="1713719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95757" y="6385744"/>
            <a:ext cx="1582979" cy="1670690"/>
          </a:xfrm>
          <a:custGeom>
            <a:avLst/>
            <a:gdLst/>
            <a:ahLst/>
            <a:cxnLst/>
            <a:rect r="r" b="b" t="t" l="l"/>
            <a:pathLst>
              <a:path h="1670690" w="1582979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53542" y="8390249"/>
            <a:ext cx="1525195" cy="1525195"/>
          </a:xfrm>
          <a:custGeom>
            <a:avLst/>
            <a:gdLst/>
            <a:ahLst/>
            <a:cxnLst/>
            <a:rect r="r" b="b" t="t" l="l"/>
            <a:pathLst>
              <a:path h="1525195" w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881115" y="1227385"/>
            <a:ext cx="3848695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275759" y="3947408"/>
            <a:ext cx="1204836" cy="1204836"/>
          </a:xfrm>
          <a:custGeom>
            <a:avLst/>
            <a:gdLst/>
            <a:ahLst/>
            <a:cxnLst/>
            <a:rect r="r" b="b" t="t" l="l"/>
            <a:pathLst>
              <a:path h="1204836" w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804717" y="3947408"/>
            <a:ext cx="1007333" cy="1219162"/>
          </a:xfrm>
          <a:custGeom>
            <a:avLst/>
            <a:gdLst/>
            <a:ahLst/>
            <a:cxnLst/>
            <a:rect r="r" b="b" t="t" l="l"/>
            <a:pathLst>
              <a:path h="1219162" w="1007333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333684" y="3947408"/>
            <a:ext cx="1219162" cy="1219162"/>
          </a:xfrm>
          <a:custGeom>
            <a:avLst/>
            <a:gdLst/>
            <a:ahLst/>
            <a:cxnLst/>
            <a:rect r="r" b="b" t="t" l="l"/>
            <a:pathLst>
              <a:path h="1219162" w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92238" y="2522334"/>
            <a:ext cx="7107136" cy="943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5759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759" y="5977385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04717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04717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333684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33684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90858" y="1199269"/>
            <a:ext cx="6977805" cy="654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0858" y="2099239"/>
            <a:ext cx="1375442" cy="326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0858" y="2604959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90858" y="3625477"/>
            <a:ext cx="1323353" cy="62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9798" y="4131188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9798" y="4644195"/>
            <a:ext cx="2467270" cy="260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9798" y="5149915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84802" y="851221"/>
            <a:ext cx="8212341" cy="8212341"/>
            <a:chOff x="0" y="0"/>
            <a:chExt cx="10949788" cy="10949788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0949813" cy="10949813"/>
            </a:xfrm>
            <a:custGeom>
              <a:avLst/>
              <a:gdLst/>
              <a:ahLst/>
              <a:cxnLst/>
              <a:rect r="r" b="b" t="t" l="l"/>
              <a:pathLst>
                <a:path h="10949813" w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394327" y="10560691"/>
            <a:ext cx="8212341" cy="372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6999" y="5143500"/>
            <a:ext cx="7746921" cy="4931931"/>
            <a:chOff x="0" y="0"/>
            <a:chExt cx="10329228" cy="65759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329291" cy="6575933"/>
            </a:xfrm>
            <a:custGeom>
              <a:avLst/>
              <a:gdLst/>
              <a:ahLst/>
              <a:cxnLst/>
              <a:rect r="r" b="b" t="t" l="l"/>
              <a:pathLst>
                <a:path h="6575933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373973" y="128683"/>
            <a:ext cx="7746921" cy="4885934"/>
            <a:chOff x="0" y="0"/>
            <a:chExt cx="10329228" cy="651457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329291" cy="6514592"/>
            </a:xfrm>
            <a:custGeom>
              <a:avLst/>
              <a:gdLst/>
              <a:ahLst/>
              <a:cxnLst/>
              <a:rect r="r" b="b" t="t" l="l"/>
              <a:pathLst>
                <a:path h="6514592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373973" y="5272392"/>
            <a:ext cx="7746921" cy="4849387"/>
            <a:chOff x="0" y="0"/>
            <a:chExt cx="10329228" cy="64658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329291" cy="6465824"/>
            </a:xfrm>
            <a:custGeom>
              <a:avLst/>
              <a:gdLst/>
              <a:ahLst/>
              <a:cxnLst/>
              <a:rect r="r" b="b" t="t" l="l"/>
              <a:pathLst>
                <a:path h="6465824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848439" y="857822"/>
            <a:ext cx="8961120" cy="198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1975247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2238" y="4758480"/>
            <a:ext cx="5245446" cy="152400"/>
            <a:chOff x="0" y="0"/>
            <a:chExt cx="6993928" cy="203200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313859" y="5467198"/>
            <a:ext cx="3774872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859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21206" y="4758480"/>
            <a:ext cx="5245446" cy="152400"/>
            <a:chOff x="0" y="0"/>
            <a:chExt cx="6993928" cy="20320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842817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2817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050163" y="4758480"/>
            <a:ext cx="5245446" cy="152400"/>
            <a:chOff x="0" y="0"/>
            <a:chExt cx="6993928" cy="20320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247543" y="4371384"/>
            <a:ext cx="850554" cy="850554"/>
            <a:chOff x="0" y="0"/>
            <a:chExt cx="1134072" cy="1134072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2371784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71784" y="6032602"/>
            <a:ext cx="46022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2940" y="444437"/>
            <a:ext cx="8961120" cy="105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97B8FF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1500" y="1987201"/>
            <a:ext cx="15692438" cy="7682008"/>
            <a:chOff x="0" y="0"/>
            <a:chExt cx="20923250" cy="102426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923250" cy="10242677"/>
            </a:xfrm>
            <a:custGeom>
              <a:avLst/>
              <a:gdLst/>
              <a:ahLst/>
              <a:cxnLst/>
              <a:rect r="r" b="b" t="t" l="l"/>
              <a:pathLst>
                <a:path h="10242677" w="20923250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92238" y="1163393"/>
            <a:ext cx="9445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238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238" y="434191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238" y="5580307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2238" y="6259116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70397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70397" y="4341914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70397" y="4894659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070397" y="5901033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070397" y="713943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070397" y="781823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430000" y="3223260"/>
            <a:ext cx="6858000" cy="3840480"/>
            <a:chOff x="0" y="0"/>
            <a:chExt cx="9144000" cy="5120640"/>
          </a:xfrm>
        </p:grpSpPr>
        <p:sp>
          <p:nvSpPr>
            <p:cNvPr name="Freeform 26" id="26" descr="All about the xz-utils backdoor | Kali Linux Blog"/>
            <p:cNvSpPr/>
            <p:nvPr/>
          </p:nvSpPr>
          <p:spPr>
            <a:xfrm flipH="false" flipV="false" rot="0">
              <a:off x="0" y="0"/>
              <a:ext cx="9144000" cy="5120640"/>
            </a:xfrm>
            <a:custGeom>
              <a:avLst/>
              <a:gdLst/>
              <a:ahLst/>
              <a:cxnLst/>
              <a:rect r="r" b="b" t="t" l="l"/>
              <a:pathLst>
                <a:path h="51206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92238" y="4617244"/>
            <a:ext cx="5245446" cy="850554"/>
            <a:chOff x="0" y="0"/>
            <a:chExt cx="6993928" cy="11340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521206" y="4617244"/>
            <a:ext cx="5245446" cy="850554"/>
            <a:chOff x="0" y="0"/>
            <a:chExt cx="6993928" cy="11340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2" id="12" descr="preencoded.png"/>
          <p:cNvSpPr/>
          <p:nvPr/>
        </p:nvSpPr>
        <p:spPr>
          <a:xfrm flipH="false" flipV="false" rot="0">
            <a:off x="8931326" y="4829766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t="0" r="-1111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050163" y="4617244"/>
            <a:ext cx="5245446" cy="850554"/>
            <a:chOff x="0" y="0"/>
            <a:chExt cx="6993928" cy="11340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4116815" y="4762311"/>
            <a:ext cx="723897" cy="560115"/>
          </a:xfrm>
          <a:custGeom>
            <a:avLst/>
            <a:gdLst/>
            <a:ahLst/>
            <a:cxnLst/>
            <a:rect r="r" b="b" t="t" l="l"/>
            <a:pathLst>
              <a:path h="560115" w="723897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008751" y="4617244"/>
            <a:ext cx="877075" cy="763055"/>
          </a:xfrm>
          <a:custGeom>
            <a:avLst/>
            <a:gdLst/>
            <a:ahLst/>
            <a:cxnLst/>
            <a:rect r="r" b="b" t="t" l="l"/>
            <a:pathLst>
              <a:path h="763055" w="87707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92238" y="2221116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em Profundidade (Advanced Security)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759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5759" y="6278613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04717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804717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33684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333684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681306" y="314325"/>
            <a:ext cx="15419869" cy="1558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91240" y="3577419"/>
            <a:ext cx="8241992" cy="2472595"/>
            <a:chOff x="0" y="0"/>
            <a:chExt cx="10989323" cy="3296793"/>
          </a:xfrm>
        </p:grpSpPr>
        <p:sp>
          <p:nvSpPr>
            <p:cNvPr name="Freeform 10" id="10" descr="GitHub - ionic-team/capacitor: Build cross-platform Native Progressive Web  Apps for iOS, Android, and the Web ⚡️"/>
            <p:cNvSpPr/>
            <p:nvPr/>
          </p:nvSpPr>
          <p:spPr>
            <a:xfrm flipH="false" flipV="false" rot="0">
              <a:off x="0" y="0"/>
              <a:ext cx="10989310" cy="3296793"/>
            </a:xfrm>
            <a:custGeom>
              <a:avLst/>
              <a:gdLst/>
              <a:ahLst/>
              <a:cxnLst/>
              <a:rect r="r" b="b" t="t" l="l"/>
              <a:pathLst>
                <a:path h="3296793" w="10989310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73026" y="2794064"/>
            <a:ext cx="7468162" cy="4182170"/>
            <a:chOff x="0" y="0"/>
            <a:chExt cx="9957549" cy="5576227"/>
          </a:xfrm>
        </p:grpSpPr>
        <p:sp>
          <p:nvSpPr>
            <p:cNvPr name="Freeform 12" id="12" descr="5 Progressive Web App Alternatives to Popular Android Apps - DroidViews"/>
            <p:cNvSpPr/>
            <p:nvPr/>
          </p:nvSpPr>
          <p:spPr>
            <a:xfrm flipH="false" flipV="false" rot="0">
              <a:off x="0" y="0"/>
              <a:ext cx="9957562" cy="5576189"/>
            </a:xfrm>
            <a:custGeom>
              <a:avLst/>
              <a:gdLst/>
              <a:ahLst/>
              <a:cxnLst/>
              <a:rect r="r" b="b" t="t" l="l"/>
              <a:pathLst>
                <a:path h="5576189" w="9957562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9798" y="2090014"/>
            <a:ext cx="6792786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</a:t>
            </a: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siderações Finais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19275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4866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71902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44866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7493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58001" y="5560666"/>
            <a:ext cx="2077099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97493" y="6126061"/>
            <a:ext cx="5198269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652" y="613923"/>
            <a:ext cx="18008697" cy="9097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446885"/>
            <a:ext cx="18288000" cy="3544043"/>
            <a:chOff x="0" y="0"/>
            <a:chExt cx="24384000" cy="472539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4725416"/>
            </a:xfrm>
            <a:custGeom>
              <a:avLst/>
              <a:gdLst/>
              <a:ahLst/>
              <a:cxnLst/>
              <a:rect r="r" b="b" t="t" l="l"/>
              <a:pathLst>
                <a:path h="47254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t="0" r="-1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09358" y="7864373"/>
            <a:ext cx="14176619" cy="1876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3892508" y="6294672"/>
            <a:ext cx="3723294" cy="3723294"/>
            <a:chOff x="0" y="0"/>
            <a:chExt cx="4964392" cy="496439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964430" cy="4964430"/>
            </a:xfrm>
            <a:custGeom>
              <a:avLst/>
              <a:gdLst/>
              <a:ahLst/>
              <a:cxnLst/>
              <a:rect r="r" b="b" t="t" l="l"/>
              <a:pathLst>
                <a:path h="4964430" w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-165678" y="0"/>
            <a:ext cx="6597253" cy="6597253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875144" y="5234930"/>
            <a:ext cx="3758013" cy="110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true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DAHHZutQxXU</dc:identifier>
  <dcterms:modified xsi:type="dcterms:W3CDTF">2011-08-01T06:04:30Z</dcterms:modified>
  <cp:revision>1</cp:revision>
  <dc:title>TCC - Slides.pptx</dc:title>
</cp:coreProperties>
</file>